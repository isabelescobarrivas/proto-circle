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SpArc — a campaign funding platform that helps managers create campaign briefs and pays creators automatically based on real user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creator campaigns are expensive to launch, hard to measure, and slow to pay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replace rigid influencer contracts with a performance-based campaign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working system. The dashboard shows the causal chain from user behavior to payout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SpArc makes campaign marketing more democratic: anyone can fund a campaign, creators can join, and payment follows real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intentionally scoped for a reliable hackathon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We'll show one campaign from start to finish so you can see the full payment flow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1A"/>
                </a:solidFill>
                <a:latin typeface="Calibri"/>
              </a:defRPr>
            </a:pPr>
            <a:r>
              <a:t>SpArc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63EB"/>
                </a:solidFill>
                <a:latin typeface="Calibri"/>
              </a:defRPr>
            </a:pPr>
            <a:r>
              <a:t>A campaign marketplace engine powered by real engagement.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74151"/>
                </a:solidFill>
                <a:latin typeface="Calibri"/>
              </a:defRPr>
            </a:pPr>
            <a:r>
              <a:t>Fund campaigns in USDC.</a:t>
            </a:r>
          </a:p>
          <a:p>
            <a:pPr>
              <a:spcAft>
                <a:spcPts val="600"/>
              </a:spcAft>
              <a:defRPr sz="1900">
                <a:solidFill>
                  <a:srgbClr val="374151"/>
                </a:solidFill>
                <a:latin typeface="Calibri"/>
              </a:defRPr>
            </a:pPr>
            <a:r>
              <a:t>Generate creator-facing briefs with Gemini.</a:t>
            </a:r>
          </a:p>
          <a:p>
            <a:pPr>
              <a:spcAft>
                <a:spcPts val="600"/>
              </a:spcAft>
              <a:defRPr sz="1900">
                <a:solidFill>
                  <a:srgbClr val="374151"/>
                </a:solidFill>
                <a:latin typeface="Calibri"/>
              </a:defRPr>
            </a:pPr>
            <a:r>
              <a:t>Watch clicks resolve into payouts on-chain.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Campaign marketing is still rigid and hard to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Brands pay upfront without clear performance feedback.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Creator campaigns are expensive and inflexible.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Attribution is often incomplete or hidden.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ROI is hard to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Calibri"/>
              </a:defRPr>
            </a:pPr>
            <a:r>
              <a:t>A campaign wallet that pays for real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Campaigns are funded in USDC.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Businesses can create and manage campaigns.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Approved creators participate in the campaign.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Clicks create instant micropayments.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Conversions trigger attribution-based payouts.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Every payout is verifiable on-chain.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806440"/>
            <a:ext cx="10058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5897879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5806440"/>
            <a:ext cx="10058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5897879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8376" y="5806440"/>
            <a:ext cx="10058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5897879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5806440"/>
            <a:ext cx="10058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1" y="5897879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13832" y="5806440"/>
            <a:ext cx="100584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Calibri"/>
              </a:defRPr>
            </a:pPr>
            <a:r>
              <a:t>SpArc gives managers a live campaign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Generate campaign briefs with Gemini.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Track click events and micropayments.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View attribution splits across creators.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See payout execution and txHash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Campaign marketing, redefined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More flexible for brands.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More accessible for creators.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More transparent for everyone.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Built for real-time, on-chain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Gemini generates campaign-facing copy.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Circle handles the USDC payment flow.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Attribution and payouts remain deterministic.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On-chain proof is live and verifiable.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978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Gemini   |   Circle USDC   |   Arc Testnet   |   Next.js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Calibri"/>
              </a:defRPr>
            </a:pPr>
            <a:r>
              <a:t>Why this model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Lowers the barrier to entry for businesses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Lowers the barrier to entry for creators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Creates a more open marketplace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Shifts the model from fixed sponsorships to accessible, behavior-based participation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Calibri"/>
              </a:defRPr>
            </a:pPr>
            <a:r>
              <a:t>Live demo: click → attribution → instant payout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Open a funded campaign.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Trigger creator clicks.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Watch the attribution update.</a:t>
            </a:r>
          </a:p>
          <a:p>
            <a:pPr>
              <a:spcAft>
                <a:spcPts val="600"/>
              </a:spcAft>
              <a:defRPr sz="2000">
                <a:solidFill>
                  <a:srgbClr val="374151"/>
                </a:solidFill>
                <a:latin typeface="Calibri"/>
              </a:defRPr>
            </a:pPr>
            <a:r>
              <a:t>Confirm payout execution on-chain.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